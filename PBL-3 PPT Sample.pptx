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/>
              <a:t>&lt;Project Title&gt;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&lt;Student Name&gt;</a:t>
            </a:r>
          </a:p>
          <a:p>
            <a:r>
              <a:rPr lang="en-IN" dirty="0"/>
              <a:t>&lt;Registration No.&gt;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&lt;Guide Name&gt;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&lt;Maximum 2 slides&gt;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&lt;Maximum 2-3 Slides&gt;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&lt;It should be maximum 1 or 2 line statement&gt;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&lt;Add 3-4 bullets&gt;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&lt;Write down the steps to provide solution to problem or add flow chart&gt;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&lt;in tabular, graphical, figures &gt;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&lt;One slide&gt;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110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&lt;Project Title&gt;</vt:lpstr>
      <vt:lpstr>Outline</vt:lpstr>
      <vt:lpstr>Introduction</vt:lpstr>
      <vt:lpstr>Literature Review</vt:lpstr>
      <vt:lpstr>Problem Statement</vt:lpstr>
      <vt:lpstr>Objectives</vt:lpstr>
      <vt:lpstr>Proposed Methodology</vt:lpstr>
      <vt:lpstr>Result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Dr. Shikha Mundra [MU - Jaipur]</cp:lastModifiedBy>
  <cp:revision>3</cp:revision>
  <dcterms:created xsi:type="dcterms:W3CDTF">2025-09-29T05:03:41Z</dcterms:created>
  <dcterms:modified xsi:type="dcterms:W3CDTF">2025-09-30T11:20:01Z</dcterms:modified>
</cp:coreProperties>
</file>